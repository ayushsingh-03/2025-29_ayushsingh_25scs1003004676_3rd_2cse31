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97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iilm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594360"/>
            <a:ext cx="992124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20440" y="777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914400" y="2331720"/>
            <a:ext cx="103327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7373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INTERNSHIP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Internship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Codec Technologies Pvt. Ltd.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97767" y="4069080"/>
            <a:ext cx="10332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234440" y="43159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234440" y="45537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Singh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497433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234440" y="52120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25SCS1003004676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56327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234440" y="587044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Semester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480" y="43159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45537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2025-29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26480" y="497433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26480" y="521208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56327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26480" y="58704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 2026 - 15 Aug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969264"/>
          </a:xfrm>
          <a:prstGeom prst="roundRect">
            <a:avLst>
              <a:gd name="adj" fmla="val 566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10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099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Codec Technologies Pvt. Ltd.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12080" cy="969264"/>
          </a:xfrm>
          <a:prstGeom prst="roundRect">
            <a:avLst>
              <a:gd name="adj" fmla="val 566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1810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7099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40880" y="207568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duration and program details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5212080" cy="969264"/>
          </a:xfrm>
          <a:prstGeom prst="roundRect">
            <a:avLst>
              <a:gd name="adj" fmla="val 566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29809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880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32461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set for the internship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770632"/>
            <a:ext cx="5212080" cy="969264"/>
          </a:xfrm>
          <a:prstGeom prst="roundRect">
            <a:avLst>
              <a:gd name="adj" fmla="val 5660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29809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880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40880" y="32461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 stack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41064"/>
            <a:ext cx="5212080" cy="969264"/>
          </a:xfrm>
          <a:prstGeom prst="roundRect">
            <a:avLst>
              <a:gd name="adj" fmla="val 5660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1513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513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0507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63040" y="44165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progress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3941064"/>
            <a:ext cx="5212080" cy="969264"/>
          </a:xfrm>
          <a:prstGeom prst="roundRect">
            <a:avLst>
              <a:gd name="adj" fmla="val 5660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27648" y="41513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41513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40507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Architecture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40880" y="44165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and how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111496"/>
            <a:ext cx="5212080" cy="969264"/>
          </a:xfrm>
          <a:prstGeom prst="roundRect">
            <a:avLst>
              <a:gd name="adj" fmla="val 5660"/>
            </a:avLst>
          </a:prstGeom>
          <a:solidFill>
            <a:srgbClr val="F4F6FB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5321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321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63040" y="52212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463040" y="55869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5111496"/>
            <a:ext cx="5212080" cy="969264"/>
          </a:xfrm>
          <a:prstGeom prst="roundRect">
            <a:avLst>
              <a:gd name="adj" fmla="val 5660"/>
            </a:avLst>
          </a:prstGeom>
          <a:solidFill>
            <a:srgbClr val="F4F6F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27648" y="5321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5321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40880" y="522122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Conclusion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040880" y="558698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and closing remarks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480560"/>
          </a:xfrm>
          <a:prstGeom prst="roundRect">
            <a:avLst>
              <a:gd name="adj" fmla="val 122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technology-driven organization offering AICTE and ICAC approved internship programs, in partnership with the National Internship Portal (Ministry of Education, Govt. of India) and Google for Education.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51129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mentor-led training in Web Development, Data Science, AI, and Cybersecurity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416966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05993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 with live doubt-clearing sessions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71830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60857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building industry-ready, portfolio-worthy skills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2669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15721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certification through the National Internship Portal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691640"/>
            <a:ext cx="4297680" cy="4480560"/>
          </a:xfrm>
          <a:prstGeom prst="roundRect">
            <a:avLst>
              <a:gd name="adj" fmla="val 127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PARTNERS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2423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3081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Education, Govt. of India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37398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Education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43982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Program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89520" y="5102352"/>
            <a:ext cx="3749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5239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Track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0" y="5513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Developer Intern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Developer Intern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691640"/>
            <a:ext cx="260604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240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(15 Jul - 15 Aug 2026)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691640"/>
            <a:ext cx="260604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2240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&amp; ICAC Approved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Program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78240" y="169164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1691640"/>
            <a:ext cx="260604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00684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06840" y="2240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via National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Portal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an account of the one-month internship undertaken as a Web Developer Intern at Codec Technologies Pvt. Ltd., providing hands-on, industry-oriented exposure to modern web development practices - moving beyond classroom theory into practical, project-based learning under the guidance of industry mentors.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1208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theory to practice - building real, deployable web applications.”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fundamentals of web development - HTML, CSS and JavaScript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2918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modern front-end frameworks and libraries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7091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basics of back-end development and client-server interaction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8745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responsive web design principles for cross-device compatibility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15468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3832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2918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familiarity with Git/GitHub for version control and collaboration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57200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48006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47091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 and deploy a functional web application as a capstone project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0248" y="17830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/ Flexbox / CSS Grid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91856" y="17830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6176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66176" y="3154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206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70248" y="39319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44568" y="4206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4568" y="4937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44568" y="5303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Developer Tools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91856" y="39319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266176" y="4206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66176" y="4937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66176" y="5303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/ Netlify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Week-by-Week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30449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208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&amp; Fundamentals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and CSS3 styling basics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26992" y="30449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3720" y="370332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3276600" y="3794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76600" y="40325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Essentials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76600" y="4389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manipulation, events and interactivity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32192" y="30449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8920" y="169164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781800" y="17830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81800" y="20208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8180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layouts and UI component building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137392" y="30449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62872" y="370332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9445752" y="3794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45752" y="40325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45752" y="4389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testing, debugging and deployment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mentor check-ins, live doubt-clearing sessions and hands-on assignments ensured consistent skill development throughout the program.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&amp; 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web application follows a standard client-side architecture, with a modular front-end and clear separation between UI, logic and content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331720"/>
            <a:ext cx="88696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331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23317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navigation, content sections, footer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10800000">
            <a:off x="5440680" y="3108960"/>
            <a:ext cx="182880" cy="137160"/>
          </a:xfrm>
          <a:prstGeom prst="triangl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3291840"/>
            <a:ext cx="88696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32918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Logic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2918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- DOM handling, events, interactivity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5440680" y="4069080"/>
            <a:ext cx="182880" cy="137160"/>
          </a:xfrm>
          <a:prstGeom prst="triangle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4251960"/>
            <a:ext cx="88696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42519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42519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/ Bootstrap - responsive, cross-device layout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10800000">
            <a:off x="5440680" y="5029200"/>
            <a:ext cx="182880" cy="137160"/>
          </a:xfrm>
          <a:prstGeom prst="triangl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5212080"/>
            <a:ext cx="88696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5212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52120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via GitHub Pages / Netlify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29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Solid, practical understanding of front-end web development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2029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5160" y="18288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design responsive, cross-browser compatible websites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10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1089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Git/GitHub collaborative workflows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310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31089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deployed, portfolio-ready web application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590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3891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debugging and self-learning ability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29768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4590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43891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real-world, mentor-guided development practices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000" dirty="0"/>
          </a:p>
        </p:txBody>
      </p:sp>
      <p:pic>
        <p:nvPicPr>
          <p:cNvPr id="4" name="Image 0" descr="/home/claude/cer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691640"/>
            <a:ext cx="8229600" cy="32021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 the Internship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one-month Web Developer Internship at Codec Technologies Pvt. Ltd. provided valuable, hands-on exposure to industry-standard web development practices - bridging the gap between academic learning and real-world application development.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542032" cy="1280160"/>
          </a:xfrm>
          <a:prstGeom prst="roundRect">
            <a:avLst>
              <a:gd name="adj" fmla="val 4286"/>
            </a:avLst>
          </a:prstGeom>
          <a:solidFill>
            <a:srgbClr val="24316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web development skills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3063240"/>
            <a:ext cx="2542032" cy="1280160"/>
          </a:xfrm>
          <a:prstGeom prst="roundRect">
            <a:avLst>
              <a:gd name="adj" fmla="val 4286"/>
            </a:avLst>
          </a:prstGeom>
          <a:solidFill>
            <a:srgbClr val="24316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06324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capstone project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3063240"/>
            <a:ext cx="2542032" cy="1280160"/>
          </a:xfrm>
          <a:prstGeom prst="roundRect">
            <a:avLst>
              <a:gd name="adj" fmla="val 4286"/>
            </a:avLst>
          </a:prstGeom>
          <a:solidFill>
            <a:srgbClr val="24316F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306324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mentorship experience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41080" y="3063240"/>
            <a:ext cx="2542032" cy="1280160"/>
          </a:xfrm>
          <a:prstGeom prst="roundRect">
            <a:avLst>
              <a:gd name="adj" fmla="val 4286"/>
            </a:avLst>
          </a:prstGeom>
          <a:solidFill>
            <a:srgbClr val="24316F"/>
          </a:solidFill>
          <a:ln/>
        </p:spPr>
      </p:sp>
      <p:sp>
        <p:nvSpPr>
          <p:cNvPr id="12" name="Text 10"/>
          <p:cNvSpPr/>
          <p:nvPr/>
        </p:nvSpPr>
        <p:spPr>
          <a:xfrm>
            <a:off x="8823960" y="306324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verified certification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experience has strengthened my technical foundation and confidence to take on future development roles.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|  Codec Technologies Pvt. Ltd.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4727448" y="150876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/home/claude/iilm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691640"/>
            <a:ext cx="1828800" cy="11799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3375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42519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Singh  |  25SCS1003004676  |  B.Tech CSE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833</Words>
  <Application>Microsoft Office PowerPoint</Application>
  <PresentationFormat>Widescreen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Singh</cp:lastModifiedBy>
  <cp:revision>2</cp:revision>
  <dcterms:created xsi:type="dcterms:W3CDTF">2026-09-09T04:53:57Z</dcterms:created>
  <dcterms:modified xsi:type="dcterms:W3CDTF">2026-09-10T15:50:48Z</dcterms:modified>
</cp:coreProperties>
</file>